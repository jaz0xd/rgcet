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57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0062-5C8D-C92C-D41C-3DEA018DD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D48ED-CB16-4D90-7BCB-3E92107FB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079EB-2443-2F3F-FEA2-174B55F4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A964E-3A3E-3422-FB3A-0A2A6F18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14346-246A-C562-D278-19132F6A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071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C761B-CB65-4FF2-224C-89271C90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5BA29-0709-F6DF-72E5-F4478CF5F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76011-45F3-AFF5-45FC-C816C54D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A24F5-EEBC-ABF3-67F1-414AF5FC3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5F378-A980-1D78-9665-C6917BB2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61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CE2B-6A9C-489C-CB69-6C86E81EA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3E549-7AF2-E96E-D8D4-A684D7960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0D859-6C3A-A59D-E5AD-4EDA75022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FCF7E-3668-CB5D-5E21-6A660241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09E20-B944-E2CA-690B-B92DEC22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04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4A1D8-D7D5-2D96-0A47-2DA6A3FE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25A7F-2584-4E27-268B-CB6CDBD91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49D34-A3A4-676E-4AA6-D23A0DC68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3898-879B-D3FC-6C7A-888D594B5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27CBF-D5E1-5066-B2F3-AF1D263B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1C1EA-0F60-D18B-1B09-14F5C5B8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168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A933-1F9D-D6FE-AF3B-15D27729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E895B-B6BD-98F1-03D9-7E4F7617A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C5069-1691-103D-5358-C43746EAB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FC6DF-8C85-1BDB-0121-0EDBBEA33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8D7A4-C886-5105-DD6D-D849851B9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A4B87D-D515-FB23-583C-5ACD29C19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DFF96-60B4-13DB-30CB-4C552E06C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6DF989-835A-ACCF-292B-9B1497810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01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9616-D7DD-E812-E77B-DF9AF2BF7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7C58C-FD83-0C22-F72D-F231B7769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75CCF-606C-C49D-B381-9569AB7A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5C03A-DBCF-67C8-F9D8-BC78F087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92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D4CDA-FF77-16F6-8004-083B5F65D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CFA974-EFE4-3292-31CA-D73A9742E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88760-CD67-454C-5FA9-D4F80F46D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304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9C69-020C-5772-B2C7-6981B09C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03B43-D723-A8E2-7EF8-54F6B73F3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805D-9818-1C9E-B2D6-90E2FBA5C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3D0B4-CF46-6745-18BD-197FDBAA1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92E0A-44E6-1381-41B4-06573A37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34CA0-6D75-17A5-C585-7B1C88A8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237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5906-FC33-8C92-C3B1-A4D8799B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9F1EF-695A-9554-10D0-3627DF95A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9A9B4-65F4-9324-E365-C67A81E8E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52CD8-67E7-B0BF-EDA0-52C55338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B0F7D-68AF-794E-1D34-C9D3EF75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CD24D-D79F-405B-269A-CA6FC15C9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00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4B10B-5BE9-E587-0FED-295460C2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87F7F-C3E8-D3BA-8EDA-01FCBF15A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8F5C0-F016-5F51-470F-3B012E0F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4AB44-E346-B730-CBAB-6A154669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9FA41-9AB7-E91C-C7C0-1771242A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028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8D6083-4A4B-56DF-D2DC-69371C282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AA3C2-41B2-A354-035C-69A7010E8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C2969-F4FF-39E5-28EB-3FBA79D5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A63C8-7B13-A0B2-4B7F-03193F5A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A6533-C729-964F-7320-C0288745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54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80F5D-56EE-B700-C828-CE48CBE7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2FE18-6A61-4DBF-BC30-A1D9F08D6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2279D-9DFE-6F4A-4351-867E9C3FA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83194-2D84-43E3-87F6-8068CA07ABF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6F7DC-1DCC-7798-B67E-634B45A91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02C0E-5077-3E50-5E53-B8D18F005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2C8A3-F76A-442A-B0F3-EEC6D5C5B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81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38A7FD-73FE-E58D-25A3-3C9FF7EC787E}"/>
              </a:ext>
            </a:extLst>
          </p:cNvPr>
          <p:cNvSpPr txBox="1"/>
          <p:nvPr/>
        </p:nvSpPr>
        <p:spPr>
          <a:xfrm>
            <a:off x="4472609" y="2508838"/>
            <a:ext cx="342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NEED FOR ERP</a:t>
            </a:r>
          </a:p>
        </p:txBody>
      </p:sp>
    </p:spTree>
    <p:extLst>
      <p:ext uri="{BB962C8B-B14F-4D97-AF65-F5344CB8AC3E}">
        <p14:creationId xmlns:p14="http://schemas.microsoft.com/office/powerpoint/2010/main" val="407958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567465-6434-E151-5558-D229236CE690}"/>
              </a:ext>
            </a:extLst>
          </p:cNvPr>
          <p:cNvSpPr txBox="1"/>
          <p:nvPr/>
        </p:nvSpPr>
        <p:spPr>
          <a:xfrm>
            <a:off x="904461" y="706401"/>
            <a:ext cx="828178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latin typeface="Times New Roman" panose="02020603050405020304" pitchFamily="18" charset="0"/>
              </a:rPr>
              <a:t>NEED FOR ERP: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1. Real-time information for decisions</a:t>
            </a:r>
          </a:p>
          <a:p>
            <a:pPr algn="l"/>
            <a:r>
              <a:rPr lang="en-IN" sz="2800" b="0" i="0" u="none" strike="noStrike" baseline="0" dirty="0">
                <a:latin typeface="Times New Roman" panose="02020603050405020304" pitchFamily="18" charset="0"/>
              </a:rPr>
              <a:t>2. Best practice procedures</a:t>
            </a:r>
          </a:p>
          <a:p>
            <a:pPr algn="l"/>
            <a:r>
              <a:rPr lang="en-IN" sz="2800" b="0" i="0" u="none" strike="noStrike" baseline="0" dirty="0">
                <a:latin typeface="Times New Roman" panose="02020603050405020304" pitchFamily="18" charset="0"/>
              </a:rPr>
              <a:t>3. Improved visibility</a:t>
            </a:r>
          </a:p>
          <a:p>
            <a:pPr algn="l"/>
            <a:r>
              <a:rPr lang="en-IN" sz="2800" b="0" i="0" u="none" strike="noStrike" baseline="0" dirty="0">
                <a:latin typeface="Times New Roman" panose="02020603050405020304" pitchFamily="18" charset="0"/>
              </a:rPr>
              <a:t>4. Faster month-end close</a:t>
            </a:r>
          </a:p>
          <a:p>
            <a:pPr algn="l"/>
            <a:r>
              <a:rPr lang="en-IN" sz="2800" b="0" i="0" u="none" strike="noStrike" baseline="0" dirty="0">
                <a:latin typeface="Times New Roman" panose="02020603050405020304" pitchFamily="18" charset="0"/>
              </a:rPr>
              <a:t>5. Increased customer satisfaction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6. Managed and controlled costs</a:t>
            </a:r>
          </a:p>
          <a:p>
            <a:pPr algn="l"/>
            <a:r>
              <a:rPr lang="en-IN" sz="2800" b="0" i="0" u="none" strike="noStrike" baseline="0" dirty="0">
                <a:latin typeface="Times New Roman" panose="02020603050405020304" pitchFamily="18" charset="0"/>
              </a:rPr>
              <a:t>7. Better operational efficiency</a:t>
            </a:r>
          </a:p>
          <a:p>
            <a:pPr algn="l"/>
            <a:r>
              <a:rPr lang="en-IN" sz="2800" b="0" i="0" u="none" strike="noStrike" baseline="0" dirty="0">
                <a:latin typeface="Times New Roman" panose="02020603050405020304" pitchFamily="18" charset="0"/>
              </a:rPr>
              <a:t>8. Accurate records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9. Balance of supply and demand</a:t>
            </a:r>
          </a:p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10. Reduced lead times and increased throughput.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9158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AF49C9-B294-435E-CF49-73CC8EE487A3}"/>
              </a:ext>
            </a:extLst>
          </p:cNvPr>
          <p:cNvSpPr txBox="1"/>
          <p:nvPr/>
        </p:nvSpPr>
        <p:spPr>
          <a:xfrm>
            <a:off x="487017" y="920621"/>
            <a:ext cx="1093967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Real-time information for decisions:</a:t>
            </a:r>
          </a:p>
          <a:p>
            <a:pPr algn="just"/>
            <a:endParaRPr lang="en-IN" sz="3200" b="1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Without an ERP system, team is flying blind.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They make decisions based on guesswork and rules of thumb because they don’t have the data they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need.</a:t>
            </a:r>
          </a:p>
          <a:p>
            <a:pPr algn="just"/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Sometimes they are the right decisions, but more often, they are sub-optimum decisions that can cost you money and customer goodwill.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4833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4FCA13-3CDB-2917-B0C6-1EF41C95E046}"/>
              </a:ext>
            </a:extLst>
          </p:cNvPr>
          <p:cNvSpPr txBox="1"/>
          <p:nvPr/>
        </p:nvSpPr>
        <p:spPr>
          <a:xfrm>
            <a:off x="1229968" y="1151716"/>
            <a:ext cx="889800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Best practice procedures:</a:t>
            </a:r>
          </a:p>
          <a:p>
            <a:pPr algn="just"/>
            <a:endParaRPr lang="en-IN" sz="3200" b="1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Software companies often design their ERP systems to support specific industries or verticals.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As they add customers, they learn industry best practices and incorporate them into the software.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By implementing an ERP system designed for your industry, you automatically make your business</a:t>
            </a:r>
          </a:p>
          <a:p>
            <a:pPr algn="just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processes more efficient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18147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381A09-1D52-232A-F268-C33DD6A9C10F}"/>
              </a:ext>
            </a:extLst>
          </p:cNvPr>
          <p:cNvSpPr txBox="1"/>
          <p:nvPr/>
        </p:nvSpPr>
        <p:spPr>
          <a:xfrm>
            <a:off x="417444" y="371064"/>
            <a:ext cx="1106225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Improved visibility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:</a:t>
            </a:r>
          </a:p>
          <a:p>
            <a:pPr algn="just"/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If customers want to know when their order will ship or if you need to know whether you have enough of a critical component to accept a rush order, an ERP system gives you instant visibility</a:t>
            </a:r>
          </a:p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into your operations and your supply chain.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Faster month-end close:</a:t>
            </a:r>
          </a:p>
          <a:p>
            <a:pPr algn="just"/>
            <a:endParaRPr lang="en-IN" sz="3200" b="1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ERP systems automatically process transactions and generate audit trails and financial reports that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can simplify period-end closings.</a:t>
            </a:r>
          </a:p>
        </p:txBody>
      </p:sp>
    </p:spTree>
    <p:extLst>
      <p:ext uri="{BB962C8B-B14F-4D97-AF65-F5344CB8AC3E}">
        <p14:creationId xmlns:p14="http://schemas.microsoft.com/office/powerpoint/2010/main" val="3698424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D43044-E243-63C1-4C75-6FD59A18676D}"/>
              </a:ext>
            </a:extLst>
          </p:cNvPr>
          <p:cNvSpPr txBox="1"/>
          <p:nvPr/>
        </p:nvSpPr>
        <p:spPr>
          <a:xfrm>
            <a:off x="1567483" y="398286"/>
            <a:ext cx="9057033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Increased customer satisfaction:</a:t>
            </a:r>
          </a:p>
          <a:p>
            <a:pPr algn="just"/>
            <a:endParaRPr lang="en-IN" sz="3200" b="1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Customers like accurate delivery dates, and ERP can help you provide them with improved inventory and shop floor visibility.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In addition, the increased visibility and accuracy will help you improve your DIFOT rate (delivery</a:t>
            </a:r>
          </a:p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in full on time), which helps keep customers happy.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Managed and controlled costs: </a:t>
            </a: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ERP systems calculate and collect costs so you always have an accurate picture of your product cost</a:t>
            </a:r>
          </a:p>
          <a:p>
            <a:pPr algn="just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and margins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84608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07683A-AE8C-0DA7-D37A-143C8520A8FB}"/>
              </a:ext>
            </a:extLst>
          </p:cNvPr>
          <p:cNvSpPr txBox="1"/>
          <p:nvPr/>
        </p:nvSpPr>
        <p:spPr>
          <a:xfrm>
            <a:off x="1806436" y="575896"/>
            <a:ext cx="879861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Better operational efficiency:</a:t>
            </a: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By helping you to plan production more effectively, your operational efficiency will improve as you reduce setups and teardowns or unnecessary downtime.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Accurate records:</a:t>
            </a: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The uniformity of record data that an ERP system instills will help ensure that your records are</a:t>
            </a:r>
          </a:p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more accurate, which will increase process accuracy across the board.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67379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665AE8-F408-A1CC-B7E6-26E73B574513}"/>
              </a:ext>
            </a:extLst>
          </p:cNvPr>
          <p:cNvSpPr txBox="1"/>
          <p:nvPr/>
        </p:nvSpPr>
        <p:spPr>
          <a:xfrm>
            <a:off x="0" y="546726"/>
            <a:ext cx="1242391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Balance of supply and demand:</a:t>
            </a:r>
          </a:p>
          <a:p>
            <a:pPr algn="just"/>
            <a:endParaRPr lang="en-US" sz="3200" b="1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MRP, a component of ERP systems, will help you balance supply and demand so you can reduce inventory while keeping customers happy.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Reduced lead times and increased throughput:</a:t>
            </a:r>
          </a:p>
          <a:p>
            <a:pPr algn="just"/>
            <a:endParaRPr lang="en-US" sz="3200" b="1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Better scheduling and accurate records ensure that your schedules focus on priorities, leading to shorter lead times. Since you won’t have as many orders waiting for tooling or parts, your</a:t>
            </a:r>
          </a:p>
          <a:p>
            <a:pPr algn="just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throughput will increase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0129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479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463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8</cp:revision>
  <dcterms:created xsi:type="dcterms:W3CDTF">2025-01-21T14:32:36Z</dcterms:created>
  <dcterms:modified xsi:type="dcterms:W3CDTF">2025-01-21T14:48:42Z</dcterms:modified>
</cp:coreProperties>
</file>